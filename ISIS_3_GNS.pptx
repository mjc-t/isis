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4FBE-B33D-4D30-882B-1A732C3A7B37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36C7D-DEE1-4F18-8447-6AC9355CBFD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4FBE-B33D-4D30-882B-1A732C3A7B37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36C7D-DEE1-4F18-8447-6AC9355CBFD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4FBE-B33D-4D30-882B-1A732C3A7B37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36C7D-DEE1-4F18-8447-6AC9355CBFD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4FBE-B33D-4D30-882B-1A732C3A7B37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36C7D-DEE1-4F18-8447-6AC9355CBFD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4FBE-B33D-4D30-882B-1A732C3A7B37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36C7D-DEE1-4F18-8447-6AC9355CBFD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4FBE-B33D-4D30-882B-1A732C3A7B37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36C7D-DEE1-4F18-8447-6AC9355CBFD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4FBE-B33D-4D30-882B-1A732C3A7B37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36C7D-DEE1-4F18-8447-6AC9355CBFD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4FBE-B33D-4D30-882B-1A732C3A7B37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36C7D-DEE1-4F18-8447-6AC9355CBFD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4FBE-B33D-4D30-882B-1A732C3A7B37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36C7D-DEE1-4F18-8447-6AC9355CBFD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4FBE-B33D-4D30-882B-1A732C3A7B37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36C7D-DEE1-4F18-8447-6AC9355CBFD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4FBE-B33D-4D30-882B-1A732C3A7B37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36C7D-DEE1-4F18-8447-6AC9355CBFD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94FBE-B33D-4D30-882B-1A732C3A7B37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36C7D-DEE1-4F18-8447-6AC9355CBFD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ISIS. Multi-Area</a:t>
            </a:r>
            <a:endParaRPr lang="ko-KR" altLang="en-US" dirty="0"/>
          </a:p>
        </p:txBody>
      </p:sp>
      <p:grpSp>
        <p:nvGrpSpPr>
          <p:cNvPr id="2" name="그룹 6"/>
          <p:cNvGrpSpPr>
            <a:grpSpLocks/>
          </p:cNvGrpSpPr>
          <p:nvPr/>
        </p:nvGrpSpPr>
        <p:grpSpPr bwMode="auto">
          <a:xfrm>
            <a:off x="428625" y="3371850"/>
            <a:ext cx="892175" cy="628650"/>
            <a:chOff x="1428750" y="4286250"/>
            <a:chExt cx="892175" cy="628650"/>
          </a:xfrm>
        </p:grpSpPr>
        <p:pic>
          <p:nvPicPr>
            <p:cNvPr id="310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R1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" name="그룹 6"/>
          <p:cNvGrpSpPr>
            <a:grpSpLocks/>
          </p:cNvGrpSpPr>
          <p:nvPr/>
        </p:nvGrpSpPr>
        <p:grpSpPr bwMode="auto">
          <a:xfrm>
            <a:off x="1965325" y="3357563"/>
            <a:ext cx="892175" cy="628650"/>
            <a:chOff x="1428750" y="4286250"/>
            <a:chExt cx="892175" cy="628650"/>
          </a:xfrm>
        </p:grpSpPr>
        <p:pic>
          <p:nvPicPr>
            <p:cNvPr id="3099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0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4" name="그룹 6"/>
          <p:cNvGrpSpPr>
            <a:grpSpLocks/>
          </p:cNvGrpSpPr>
          <p:nvPr/>
        </p:nvGrpSpPr>
        <p:grpSpPr bwMode="auto">
          <a:xfrm>
            <a:off x="3465513" y="3357563"/>
            <a:ext cx="892175" cy="628650"/>
            <a:chOff x="1428750" y="4286250"/>
            <a:chExt cx="892175" cy="628650"/>
          </a:xfrm>
        </p:grpSpPr>
        <p:pic>
          <p:nvPicPr>
            <p:cNvPr id="3097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98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R3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5" name="그룹 6"/>
          <p:cNvGrpSpPr>
            <a:grpSpLocks/>
          </p:cNvGrpSpPr>
          <p:nvPr/>
        </p:nvGrpSpPr>
        <p:grpSpPr bwMode="auto">
          <a:xfrm>
            <a:off x="4929188" y="3371850"/>
            <a:ext cx="892175" cy="628650"/>
            <a:chOff x="1428750" y="4286250"/>
            <a:chExt cx="892175" cy="628650"/>
          </a:xfrm>
        </p:grpSpPr>
        <p:pic>
          <p:nvPicPr>
            <p:cNvPr id="3095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96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R4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6" name="그룹 6"/>
          <p:cNvGrpSpPr>
            <a:grpSpLocks/>
          </p:cNvGrpSpPr>
          <p:nvPr/>
        </p:nvGrpSpPr>
        <p:grpSpPr bwMode="auto">
          <a:xfrm>
            <a:off x="6465888" y="3357563"/>
            <a:ext cx="892175" cy="628650"/>
            <a:chOff x="1428750" y="4286250"/>
            <a:chExt cx="892175" cy="628650"/>
          </a:xfrm>
        </p:grpSpPr>
        <p:pic>
          <p:nvPicPr>
            <p:cNvPr id="3093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94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588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 dirty="0">
                  <a:latin typeface="맑은 고딕" pitchFamily="50" charset="-127"/>
                  <a:ea typeface="맑은 고딕" pitchFamily="50" charset="-127"/>
                </a:rPr>
                <a:t>R5</a:t>
              </a:r>
              <a:endParaRPr kumimoji="0" lang="ko-KR" altLang="en-US" sz="14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7" name="그룹 6"/>
          <p:cNvGrpSpPr>
            <a:grpSpLocks/>
          </p:cNvGrpSpPr>
          <p:nvPr/>
        </p:nvGrpSpPr>
        <p:grpSpPr bwMode="auto">
          <a:xfrm>
            <a:off x="7966075" y="3357563"/>
            <a:ext cx="892175" cy="628650"/>
            <a:chOff x="1428750" y="4286250"/>
            <a:chExt cx="892175" cy="628650"/>
          </a:xfrm>
        </p:grpSpPr>
        <p:pic>
          <p:nvPicPr>
            <p:cNvPr id="309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9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R6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41" name="직선 연결선 40"/>
          <p:cNvCxnSpPr/>
          <p:nvPr/>
        </p:nvCxnSpPr>
        <p:spPr>
          <a:xfrm flipV="1">
            <a:off x="1320800" y="3671888"/>
            <a:ext cx="644525" cy="142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2857500" y="3671888"/>
            <a:ext cx="608013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4357688" y="3671888"/>
            <a:ext cx="571500" cy="142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 flipV="1">
            <a:off x="5821363" y="3671888"/>
            <a:ext cx="644525" cy="142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7358063" y="3671888"/>
            <a:ext cx="608012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6" name="TextBox 182"/>
          <p:cNvSpPr txBox="1">
            <a:spLocks noChangeArrowheads="1"/>
          </p:cNvSpPr>
          <p:nvPr/>
        </p:nvSpPr>
        <p:spPr bwMode="auto">
          <a:xfrm>
            <a:off x="1324017" y="2852936"/>
            <a:ext cx="5116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12.0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87" name="TextBox 182"/>
          <p:cNvSpPr txBox="1">
            <a:spLocks noChangeArrowheads="1"/>
          </p:cNvSpPr>
          <p:nvPr/>
        </p:nvSpPr>
        <p:spPr bwMode="auto">
          <a:xfrm>
            <a:off x="2919353" y="3967163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23.0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88" name="TextBox 182"/>
          <p:cNvSpPr txBox="1">
            <a:spLocks noChangeArrowheads="1"/>
          </p:cNvSpPr>
          <p:nvPr/>
        </p:nvSpPr>
        <p:spPr bwMode="auto">
          <a:xfrm>
            <a:off x="4328637" y="2967038"/>
            <a:ext cx="5116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F0/1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34.0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89" name="TextBox 182"/>
          <p:cNvSpPr txBox="1">
            <a:spLocks noChangeArrowheads="1"/>
          </p:cNvSpPr>
          <p:nvPr/>
        </p:nvSpPr>
        <p:spPr bwMode="auto">
          <a:xfrm>
            <a:off x="5967353" y="3967163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45.0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90" name="TextBox 182"/>
          <p:cNvSpPr txBox="1">
            <a:spLocks noChangeArrowheads="1"/>
          </p:cNvSpPr>
          <p:nvPr/>
        </p:nvSpPr>
        <p:spPr bwMode="auto">
          <a:xfrm>
            <a:off x="7444697" y="2924944"/>
            <a:ext cx="5116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56.5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" name="그룹 104"/>
          <p:cNvGrpSpPr>
            <a:grpSpLocks/>
          </p:cNvGrpSpPr>
          <p:nvPr/>
        </p:nvGrpSpPr>
        <p:grpSpPr bwMode="auto">
          <a:xfrm>
            <a:off x="685850" y="3933056"/>
            <a:ext cx="285750" cy="358775"/>
            <a:chOff x="1714481" y="3857627"/>
            <a:chExt cx="285750" cy="358775"/>
          </a:xfrm>
        </p:grpSpPr>
        <p:cxnSp>
          <p:nvCxnSpPr>
            <p:cNvPr id="38" name="직선 연결선 37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104"/>
          <p:cNvGrpSpPr>
            <a:grpSpLocks/>
          </p:cNvGrpSpPr>
          <p:nvPr/>
        </p:nvGrpSpPr>
        <p:grpSpPr bwMode="auto">
          <a:xfrm>
            <a:off x="2270026" y="3933056"/>
            <a:ext cx="285750" cy="358775"/>
            <a:chOff x="1714481" y="3857627"/>
            <a:chExt cx="285750" cy="358775"/>
          </a:xfrm>
        </p:grpSpPr>
        <p:cxnSp>
          <p:nvCxnSpPr>
            <p:cNvPr id="42" name="직선 연결선 41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그룹 104"/>
          <p:cNvGrpSpPr>
            <a:grpSpLocks/>
          </p:cNvGrpSpPr>
          <p:nvPr/>
        </p:nvGrpSpPr>
        <p:grpSpPr bwMode="auto">
          <a:xfrm>
            <a:off x="3779912" y="3934321"/>
            <a:ext cx="285750" cy="358775"/>
            <a:chOff x="1714481" y="3857627"/>
            <a:chExt cx="285750" cy="358775"/>
          </a:xfrm>
        </p:grpSpPr>
        <p:cxnSp>
          <p:nvCxnSpPr>
            <p:cNvPr id="48" name="직선 연결선 47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4"/>
          <p:cNvGrpSpPr>
            <a:grpSpLocks/>
          </p:cNvGrpSpPr>
          <p:nvPr/>
        </p:nvGrpSpPr>
        <p:grpSpPr bwMode="auto">
          <a:xfrm>
            <a:off x="5222354" y="3934321"/>
            <a:ext cx="285750" cy="358775"/>
            <a:chOff x="1714481" y="3857627"/>
            <a:chExt cx="285750" cy="358775"/>
          </a:xfrm>
        </p:grpSpPr>
        <p:cxnSp>
          <p:nvCxnSpPr>
            <p:cNvPr id="52" name="직선 연결선 51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04"/>
          <p:cNvGrpSpPr>
            <a:grpSpLocks/>
          </p:cNvGrpSpPr>
          <p:nvPr/>
        </p:nvGrpSpPr>
        <p:grpSpPr bwMode="auto">
          <a:xfrm>
            <a:off x="6732240" y="3934321"/>
            <a:ext cx="285750" cy="358775"/>
            <a:chOff x="1714481" y="3857627"/>
            <a:chExt cx="285750" cy="358775"/>
          </a:xfrm>
        </p:grpSpPr>
        <p:cxnSp>
          <p:nvCxnSpPr>
            <p:cNvPr id="57" name="직선 연결선 56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04"/>
          <p:cNvGrpSpPr>
            <a:grpSpLocks/>
          </p:cNvGrpSpPr>
          <p:nvPr/>
        </p:nvGrpSpPr>
        <p:grpSpPr bwMode="auto">
          <a:xfrm>
            <a:off x="8246690" y="3933056"/>
            <a:ext cx="285750" cy="358775"/>
            <a:chOff x="1714481" y="3857627"/>
            <a:chExt cx="285750" cy="358775"/>
          </a:xfrm>
        </p:grpSpPr>
        <p:cxnSp>
          <p:nvCxnSpPr>
            <p:cNvPr id="60" name="직선 연결선 59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타원 62"/>
          <p:cNvSpPr/>
          <p:nvPr/>
        </p:nvSpPr>
        <p:spPr bwMode="auto">
          <a:xfrm>
            <a:off x="251520" y="1412776"/>
            <a:ext cx="4248472" cy="3941862"/>
          </a:xfrm>
          <a:prstGeom prst="ellipse">
            <a:avLst/>
          </a:prstGeom>
          <a:noFill/>
          <a:ln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70" name="TextBox 190"/>
          <p:cNvSpPr txBox="1">
            <a:spLocks noChangeArrowheads="1"/>
          </p:cNvSpPr>
          <p:nvPr/>
        </p:nvSpPr>
        <p:spPr bwMode="auto">
          <a:xfrm>
            <a:off x="1410353" y="1772816"/>
            <a:ext cx="2441567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2800" b="1" u="sng" dirty="0">
                <a:latin typeface="맑은 고딕" pitchFamily="50" charset="-127"/>
                <a:ea typeface="맑은 고딕" pitchFamily="50" charset="-127"/>
              </a:rPr>
              <a:t>ISIS </a:t>
            </a:r>
            <a:br>
              <a:rPr kumimoji="0" lang="en-US" altLang="ko-KR" sz="2800" b="1" u="sng" dirty="0"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sz="2800" b="1" u="sng" dirty="0">
                <a:latin typeface="맑은 고딕" pitchFamily="50" charset="-127"/>
                <a:ea typeface="맑은 고딕" pitchFamily="50" charset="-127"/>
              </a:rPr>
              <a:t>Area 49.0013</a:t>
            </a:r>
            <a:endParaRPr kumimoji="0" lang="ko-KR" altLang="en-US" sz="2800" b="1" u="sng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타원 53"/>
          <p:cNvSpPr/>
          <p:nvPr/>
        </p:nvSpPr>
        <p:spPr bwMode="auto">
          <a:xfrm>
            <a:off x="4716016" y="1412776"/>
            <a:ext cx="4248472" cy="3941862"/>
          </a:xfrm>
          <a:prstGeom prst="ellipse">
            <a:avLst/>
          </a:prstGeom>
          <a:noFill/>
          <a:ln cmpd="sng"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55" name="TextBox 190"/>
          <p:cNvSpPr txBox="1">
            <a:spLocks noChangeArrowheads="1"/>
          </p:cNvSpPr>
          <p:nvPr/>
        </p:nvSpPr>
        <p:spPr bwMode="auto">
          <a:xfrm>
            <a:off x="5580112" y="1772816"/>
            <a:ext cx="2441567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2800" b="1" u="sng" dirty="0">
                <a:latin typeface="맑은 고딕" pitchFamily="50" charset="-127"/>
                <a:ea typeface="맑은 고딕" pitchFamily="50" charset="-127"/>
              </a:rPr>
              <a:t>ISIS </a:t>
            </a:r>
            <a:br>
              <a:rPr kumimoji="0" lang="en-US" altLang="ko-KR" sz="2800" b="1" u="sng" dirty="0"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sz="2800" b="1" u="sng">
                <a:latin typeface="맑은 고딕" pitchFamily="50" charset="-127"/>
                <a:ea typeface="맑은 고딕" pitchFamily="50" charset="-127"/>
              </a:rPr>
              <a:t>Area 49.0046</a:t>
            </a:r>
            <a:endParaRPr kumimoji="0" lang="ko-KR" altLang="en-US" sz="2800" b="1" u="sng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6" name="타원 65"/>
          <p:cNvSpPr/>
          <p:nvPr/>
        </p:nvSpPr>
        <p:spPr bwMode="auto">
          <a:xfrm>
            <a:off x="1142982" y="2571744"/>
            <a:ext cx="928688" cy="1000125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68" name="타원 67"/>
          <p:cNvSpPr/>
          <p:nvPr/>
        </p:nvSpPr>
        <p:spPr bwMode="auto">
          <a:xfrm>
            <a:off x="7215212" y="2786058"/>
            <a:ext cx="928688" cy="192882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56" name="TextBox 182"/>
          <p:cNvSpPr txBox="1">
            <a:spLocks noChangeArrowheads="1"/>
          </p:cNvSpPr>
          <p:nvPr/>
        </p:nvSpPr>
        <p:spPr bwMode="auto">
          <a:xfrm>
            <a:off x="7286644" y="5715016"/>
            <a:ext cx="150393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1400" b="1" dirty="0">
                <a:latin typeface="맑은 고딕" pitchFamily="50" charset="-127"/>
                <a:ea typeface="맑은 고딕" pitchFamily="50" charset="-127"/>
              </a:rPr>
              <a:t>인터페이스 인증</a:t>
            </a:r>
            <a:endParaRPr kumimoji="0"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kumimoji="0" lang="en-US" altLang="ko-KR" sz="1400" b="1" dirty="0">
                <a:latin typeface="맑은 고딕" pitchFamily="50" charset="-127"/>
                <a:ea typeface="맑은 고딕" pitchFamily="50" charset="-127"/>
              </a:rPr>
              <a:t>Password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400" b="1" dirty="0" err="1">
                <a:latin typeface="맑은 고딕" pitchFamily="50" charset="-127"/>
                <a:ea typeface="맑은 고딕" pitchFamily="50" charset="-127"/>
              </a:rPr>
              <a:t>cisco</a:t>
            </a:r>
            <a:endParaRPr kumimoji="0"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" name="TextBox 182"/>
          <p:cNvSpPr txBox="1">
            <a:spLocks noChangeArrowheads="1"/>
          </p:cNvSpPr>
          <p:nvPr/>
        </p:nvSpPr>
        <p:spPr bwMode="auto">
          <a:xfrm>
            <a:off x="5944895" y="5733256"/>
            <a:ext cx="120642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Metric-style</a:t>
            </a:r>
            <a:endParaRPr kumimoji="0" lang="en-US" altLang="ko-KR" sz="14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Wide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2" name="TextBox 182"/>
          <p:cNvSpPr txBox="1">
            <a:spLocks noChangeArrowheads="1"/>
          </p:cNvSpPr>
          <p:nvPr/>
        </p:nvSpPr>
        <p:spPr bwMode="auto">
          <a:xfrm>
            <a:off x="4429124" y="5794077"/>
            <a:ext cx="12811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Instance Name</a:t>
            </a:r>
          </a:p>
          <a:p>
            <a:pPr algn="ctr"/>
            <a:r>
              <a:rPr kumimoji="0" lang="en-US" altLang="ko-KR" sz="1200" b="1" dirty="0" err="1">
                <a:latin typeface="맑은 고딕" pitchFamily="50" charset="-127"/>
                <a:ea typeface="맑은 고딕" pitchFamily="50" charset="-127"/>
              </a:rPr>
              <a:t>abc</a:t>
            </a:r>
            <a:endParaRPr kumimoji="0" lang="en-US" altLang="ko-KR" sz="1400" b="1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30</Words>
  <Application>Microsoft Office PowerPoint</Application>
  <PresentationFormat>화면 슬라이드 쇼(4:3)</PresentationFormat>
  <Paragraphs>26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ISIS. Multi-Area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ISIS. Multi-Area</dc:title>
  <dc:creator>Registered User</dc:creator>
  <cp:lastModifiedBy>DWIT</cp:lastModifiedBy>
  <cp:revision>5</cp:revision>
  <dcterms:created xsi:type="dcterms:W3CDTF">2014-04-04T01:43:13Z</dcterms:created>
  <dcterms:modified xsi:type="dcterms:W3CDTF">2025-03-10T01:31:33Z</dcterms:modified>
</cp:coreProperties>
</file>