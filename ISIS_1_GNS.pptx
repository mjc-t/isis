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40" autoAdjust="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ISIS. </a:t>
            </a:r>
            <a:r>
              <a:rPr lang="ko-KR" altLang="en-US" dirty="0"/>
              <a:t>기본 설정</a:t>
            </a:r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428625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1965325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3465513" y="3357563"/>
            <a:ext cx="892175" cy="628650"/>
            <a:chOff x="1428750" y="4286250"/>
            <a:chExt cx="892175" cy="628650"/>
          </a:xfrm>
        </p:grpSpPr>
        <p:pic>
          <p:nvPicPr>
            <p:cNvPr id="309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4929188" y="3371850"/>
            <a:ext cx="892175" cy="628650"/>
            <a:chOff x="1428750" y="4286250"/>
            <a:chExt cx="892175" cy="628650"/>
          </a:xfrm>
        </p:grpSpPr>
        <p:pic>
          <p:nvPicPr>
            <p:cNvPr id="30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465888" y="3357563"/>
            <a:ext cx="892175" cy="628650"/>
            <a:chOff x="1428750" y="4286250"/>
            <a:chExt cx="892175" cy="628650"/>
          </a:xfrm>
        </p:grpSpPr>
        <p:pic>
          <p:nvPicPr>
            <p:cNvPr id="309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7966075" y="3357563"/>
            <a:ext cx="892175" cy="628650"/>
            <a:chOff x="1428750" y="4286250"/>
            <a:chExt cx="892175" cy="628650"/>
          </a:xfrm>
        </p:grpSpPr>
        <p:pic>
          <p:nvPicPr>
            <p:cNvPr id="309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/>
          <p:nvPr/>
        </p:nvCxnSpPr>
        <p:spPr>
          <a:xfrm flipV="1">
            <a:off x="1320800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857500" y="3671888"/>
            <a:ext cx="608013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357688" y="3671888"/>
            <a:ext cx="571500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5821363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7358063" y="3671888"/>
            <a:ext cx="6080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1324017" y="2852936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12.0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7" name="TextBox 182"/>
          <p:cNvSpPr txBox="1">
            <a:spLocks noChangeArrowheads="1"/>
          </p:cNvSpPr>
          <p:nvPr/>
        </p:nvSpPr>
        <p:spPr bwMode="auto">
          <a:xfrm>
            <a:off x="2896110" y="3967163"/>
            <a:ext cx="51809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S0/</a:t>
            </a:r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8" name="TextBox 182"/>
          <p:cNvSpPr txBox="1">
            <a:spLocks noChangeArrowheads="1"/>
          </p:cNvSpPr>
          <p:nvPr/>
        </p:nvSpPr>
        <p:spPr bwMode="auto">
          <a:xfrm>
            <a:off x="4351880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34.0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9" name="TextBox 182"/>
          <p:cNvSpPr txBox="1">
            <a:spLocks noChangeArrowheads="1"/>
          </p:cNvSpPr>
          <p:nvPr/>
        </p:nvSpPr>
        <p:spPr bwMode="auto">
          <a:xfrm>
            <a:off x="5944111" y="396716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45.0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90" name="TextBox 182"/>
          <p:cNvSpPr txBox="1">
            <a:spLocks noChangeArrowheads="1"/>
          </p:cNvSpPr>
          <p:nvPr/>
        </p:nvSpPr>
        <p:spPr bwMode="auto">
          <a:xfrm>
            <a:off x="7369483" y="2924944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F</a:t>
            </a:r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0/0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56.5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7" name="그룹 104"/>
          <p:cNvGrpSpPr>
            <a:grpSpLocks/>
          </p:cNvGrpSpPr>
          <p:nvPr/>
        </p:nvGrpSpPr>
        <p:grpSpPr bwMode="auto">
          <a:xfrm>
            <a:off x="685850" y="3933056"/>
            <a:ext cx="285750" cy="358775"/>
            <a:chOff x="1714481" y="3857627"/>
            <a:chExt cx="285750" cy="358775"/>
          </a:xfrm>
        </p:grpSpPr>
        <p:cxnSp>
          <p:nvCxnSpPr>
            <p:cNvPr id="38" name="직선 연결선 3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04"/>
          <p:cNvGrpSpPr>
            <a:grpSpLocks/>
          </p:cNvGrpSpPr>
          <p:nvPr/>
        </p:nvGrpSpPr>
        <p:grpSpPr bwMode="auto">
          <a:xfrm>
            <a:off x="2270026" y="3933056"/>
            <a:ext cx="285750" cy="358775"/>
            <a:chOff x="1714481" y="3857627"/>
            <a:chExt cx="285750" cy="358775"/>
          </a:xfrm>
        </p:grpSpPr>
        <p:cxnSp>
          <p:nvCxnSpPr>
            <p:cNvPr id="42" name="직선 연결선 4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104"/>
          <p:cNvGrpSpPr>
            <a:grpSpLocks/>
          </p:cNvGrpSpPr>
          <p:nvPr/>
        </p:nvGrpSpPr>
        <p:grpSpPr bwMode="auto">
          <a:xfrm>
            <a:off x="3779912" y="3934321"/>
            <a:ext cx="285750" cy="358775"/>
            <a:chOff x="1714481" y="3857627"/>
            <a:chExt cx="285750" cy="358775"/>
          </a:xfrm>
        </p:grpSpPr>
        <p:cxnSp>
          <p:nvCxnSpPr>
            <p:cNvPr id="48" name="직선 연결선 4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104"/>
          <p:cNvGrpSpPr>
            <a:grpSpLocks/>
          </p:cNvGrpSpPr>
          <p:nvPr/>
        </p:nvGrpSpPr>
        <p:grpSpPr bwMode="auto">
          <a:xfrm>
            <a:off x="5222354" y="3934321"/>
            <a:ext cx="285750" cy="358775"/>
            <a:chOff x="1714481" y="3857627"/>
            <a:chExt cx="285750" cy="358775"/>
          </a:xfrm>
        </p:grpSpPr>
        <p:cxnSp>
          <p:nvCxnSpPr>
            <p:cNvPr id="52" name="직선 연결선 5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104"/>
          <p:cNvGrpSpPr>
            <a:grpSpLocks/>
          </p:cNvGrpSpPr>
          <p:nvPr/>
        </p:nvGrpSpPr>
        <p:grpSpPr bwMode="auto">
          <a:xfrm>
            <a:off x="6732240" y="3934321"/>
            <a:ext cx="285750" cy="358775"/>
            <a:chOff x="1714481" y="3857627"/>
            <a:chExt cx="285750" cy="358775"/>
          </a:xfrm>
        </p:grpSpPr>
        <p:cxnSp>
          <p:nvCxnSpPr>
            <p:cNvPr id="57" name="직선 연결선 56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104"/>
          <p:cNvGrpSpPr>
            <a:grpSpLocks/>
          </p:cNvGrpSpPr>
          <p:nvPr/>
        </p:nvGrpSpPr>
        <p:grpSpPr bwMode="auto">
          <a:xfrm>
            <a:off x="8246690" y="3933056"/>
            <a:ext cx="285750" cy="358775"/>
            <a:chOff x="1714481" y="3857627"/>
            <a:chExt cx="285750" cy="358775"/>
          </a:xfrm>
        </p:grpSpPr>
        <p:cxnSp>
          <p:nvCxnSpPr>
            <p:cNvPr id="60" name="직선 연결선 59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타원 62"/>
          <p:cNvSpPr/>
          <p:nvPr/>
        </p:nvSpPr>
        <p:spPr bwMode="auto">
          <a:xfrm>
            <a:off x="0" y="1412776"/>
            <a:ext cx="9108504" cy="394186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0" name="TextBox 190"/>
          <p:cNvSpPr txBox="1">
            <a:spLocks noChangeArrowheads="1"/>
          </p:cNvSpPr>
          <p:nvPr/>
        </p:nvSpPr>
        <p:spPr bwMode="auto">
          <a:xfrm>
            <a:off x="2978159" y="1484784"/>
            <a:ext cx="31965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ISIS Area 49.0001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952547" y="5517232"/>
            <a:ext cx="3491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net 49.0001.xxxx.xxxx.xxxx.00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32</Words>
  <Application>Microsoft Office PowerPoint</Application>
  <PresentationFormat>화면 슬라이드 쇼(4:3)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ISIS. 기본 설정</vt:lpstr>
    </vt:vector>
  </TitlesOfParts>
  <Company>ITWill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FR1. F/R 실습(Ping Test)</dc:title>
  <dc:creator>IT154-01</dc:creator>
  <cp:lastModifiedBy>DWIT</cp:lastModifiedBy>
  <cp:revision>24</cp:revision>
  <dcterms:created xsi:type="dcterms:W3CDTF">2012-02-25T07:17:08Z</dcterms:created>
  <dcterms:modified xsi:type="dcterms:W3CDTF">2025-03-09T23:59:25Z</dcterms:modified>
</cp:coreProperties>
</file>