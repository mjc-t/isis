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0" autoAdjust="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01E4-4626-4391-9ADB-044969C83B8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ISIS. </a:t>
            </a:r>
            <a:r>
              <a:rPr lang="ko-KR" altLang="en-US"/>
              <a:t>인터페이스 인증</a:t>
            </a:r>
            <a:endParaRPr lang="ko-KR" altLang="en-US" dirty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7358082" y="3000372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896110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27717" y="2967335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9" name="TextBox 182"/>
          <p:cNvSpPr txBox="1">
            <a:spLocks noChangeArrowheads="1"/>
          </p:cNvSpPr>
          <p:nvPr/>
        </p:nvSpPr>
        <p:spPr bwMode="auto">
          <a:xfrm>
            <a:off x="5944110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1396025" y="3038773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12.1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7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타원 62"/>
          <p:cNvSpPr/>
          <p:nvPr/>
        </p:nvSpPr>
        <p:spPr bwMode="auto">
          <a:xfrm>
            <a:off x="0" y="1412776"/>
            <a:ext cx="9108504" cy="394186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0" name="TextBox 190"/>
          <p:cNvSpPr txBox="1">
            <a:spLocks noChangeArrowheads="1"/>
          </p:cNvSpPr>
          <p:nvPr/>
        </p:nvSpPr>
        <p:spPr bwMode="auto">
          <a:xfrm>
            <a:off x="2978159" y="1484784"/>
            <a:ext cx="3196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Area 49.0001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1214414" y="3143248"/>
            <a:ext cx="928688" cy="100012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5" name="타원 54"/>
          <p:cNvSpPr/>
          <p:nvPr/>
        </p:nvSpPr>
        <p:spPr bwMode="auto">
          <a:xfrm>
            <a:off x="7143768" y="3143248"/>
            <a:ext cx="928688" cy="100012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2" name="타원 61"/>
          <p:cNvSpPr/>
          <p:nvPr/>
        </p:nvSpPr>
        <p:spPr bwMode="auto">
          <a:xfrm>
            <a:off x="4143372" y="3143248"/>
            <a:ext cx="928688" cy="100012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4" name="TextBox 182"/>
          <p:cNvSpPr txBox="1">
            <a:spLocks noChangeArrowheads="1"/>
          </p:cNvSpPr>
          <p:nvPr/>
        </p:nvSpPr>
        <p:spPr bwMode="auto">
          <a:xfrm>
            <a:off x="7286644" y="5715016"/>
            <a:ext cx="15039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인터페이스 인증</a:t>
            </a:r>
            <a:endParaRPr kumimoji="0"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Password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cisco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28596" y="5715016"/>
            <a:ext cx="1400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Metric-style:</a:t>
            </a:r>
          </a:p>
          <a:p>
            <a:r>
              <a:rPr lang="en-US" altLang="ko-KR" sz="1600" b="1" dirty="0"/>
              <a:t>wide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30</Words>
  <Application>Microsoft Office PowerPoint</Application>
  <PresentationFormat>화면 슬라이드 쇼(4:3)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ISIS. 인터페이스 인증</vt:lpstr>
    </vt:vector>
  </TitlesOfParts>
  <Company>ITWill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FR1. F/R 실습(Ping Test)</dc:title>
  <dc:creator>IT154-01</dc:creator>
  <cp:lastModifiedBy>DWIT</cp:lastModifiedBy>
  <cp:revision>30</cp:revision>
  <dcterms:created xsi:type="dcterms:W3CDTF">2012-02-25T07:17:08Z</dcterms:created>
  <dcterms:modified xsi:type="dcterms:W3CDTF">2025-03-10T01:06:30Z</dcterms:modified>
</cp:coreProperties>
</file>